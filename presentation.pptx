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Sales Performance Analysis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EA"/>
                </a:solidFill>
              </a:rPr>
              <a:t>Data Analysis Capstone 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Karthik CG | 3rd BCA | Sri JCBM College, Sringeri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Sales are growing, but profit margin is only 12.5%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Which categories, regions and discounts drive or hurt profit?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Goal: data-backed actions to improve profitability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Superstore dataset (Kaggle): 9,994 order lines, 21 columns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Orders from 2014 to 2017 across 4 regions, 3 categories, 17 sub-categories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5,009 orders from 793 customers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Total Sales 2,297,201 | Total Profit 286,397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Data Cleaning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Inspected shape, data types and head of the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Missing values: 0 found. Duplicates: 0 found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Converted Order Date and Ship Date to datetime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Checked for invalid values (Sales, Quantity, dates)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Added Year, Month and Profit Margin % columns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Average order line: Sales 229.86, Profit 28.66, Discount 16%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Sales and Profit correlation 0.48; Discount and Profit -0.22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1,881 profit outliers (18.8%) found with the IQR method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Largest single loss: -6,600; largest profit: 8,400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Visualizations: Sales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6</a:t>
            </a:r>
            <a:endParaRPr lang="en-US" sz="1100" dirty="0"/>
          </a:p>
        </p:txBody>
      </p:sp>
      <p:pic>
        <p:nvPicPr>
          <p:cNvPr id="5" name="Image 0" descr="/mnt/user-data/outputs/github_repo/images/chart1_monthly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937760" cy="2743200"/>
          </a:xfrm>
          <a:prstGeom prst="rect">
            <a:avLst/>
          </a:prstGeom>
        </p:spPr>
      </p:pic>
      <p:pic>
        <p:nvPicPr>
          <p:cNvPr id="6" name="Image 1" descr="/mnt/user-data/outputs/github_repo/images/chart2_sales_categ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3291840" cy="2377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Sales peak every Nov-Dec; Technology leads sales.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Visualizations: Profit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7</a:t>
            </a:r>
            <a:endParaRPr lang="en-US" sz="1100" dirty="0"/>
          </a:p>
        </p:txBody>
      </p:sp>
      <p:pic>
        <p:nvPicPr>
          <p:cNvPr id="5" name="Image 0" descr="/mnt/user-data/outputs/github_repo/images/chart3_profit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017520" cy="2194560"/>
          </a:xfrm>
          <a:prstGeom prst="rect">
            <a:avLst/>
          </a:prstGeom>
        </p:spPr>
      </p:pic>
      <p:pic>
        <p:nvPicPr>
          <p:cNvPr id="6" name="Image 1" descr="/mnt/user-data/outputs/github_repo/images/chart4_discount_pro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05840"/>
            <a:ext cx="2743200" cy="2194560"/>
          </a:xfrm>
          <a:prstGeom prst="rect">
            <a:avLst/>
          </a:prstGeom>
        </p:spPr>
      </p:pic>
      <p:pic>
        <p:nvPicPr>
          <p:cNvPr id="7" name="Image 2" descr="/mnt/user-data/outputs/github_repo/images/chart5_correl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2468880" cy="21945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West earns the most profit; high discounts push orders into losses.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Power BI Style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8</a:t>
            </a:r>
            <a:endParaRPr lang="en-US" sz="1100" dirty="0"/>
          </a:p>
        </p:txBody>
      </p:sp>
      <p:pic>
        <p:nvPicPr>
          <p:cNvPr id="5" name="Image 0" descr="/mnt/user-data/outputs/github_repo/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914400"/>
            <a:ext cx="67665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Key Insights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Sales peak in Nov (352K) and Dec (325K); lowest in Feb (60K)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Technology: 145K profit. Furniture: only 18K profit on 742K sales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Tables, Bookcases and Supplies lose money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30%+ discount orders lose money 96.8% of the time (-135K)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Central is weakest region (39.7K); top 20% of customers give 48% of sales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Cap discounts at about 20%; approval needed above 30%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Reprice or drop Tables, Bookcases and Supplies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Run festive campaigns early; stock up before November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Improve Central region; loyalty programme for top customers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Profit depends on discount discipline and product mix, not volume alone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Sales grew 51% from 2014 to 2017, with profit nearly doubling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Next step: forecasting and customer segmentation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</dc:title>
  <dc:subject>PptxGenJS Presentation</dc:subject>
  <dc:creator>Karthik CG</dc:creator>
  <cp:lastModifiedBy>Karthik CG</cp:lastModifiedBy>
  <cp:revision>1</cp:revision>
  <dcterms:created xsi:type="dcterms:W3CDTF">2026-10-25T16:45:58Z</dcterms:created>
  <dcterms:modified xsi:type="dcterms:W3CDTF">2026-10-25T16:45:58Z</dcterms:modified>
</cp:coreProperties>
</file>